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68c7a367e84dfd" /><Relationship Type="http://schemas.openxmlformats.org/officeDocument/2006/relationships/extended-properties" Target="/docProps/app.xml" Id="R425da683890f4fba" /><Relationship Type="http://schemas.openxmlformats.org/officeDocument/2006/relationships/officeDocument" Target="/ppt/presentation.xml" Id="R63487bedaebb45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9a5a6e97094977"/>
  </p:sldMasterIdLst>
  <p:notesMasterIdLst>
    <p:notesMasterId xmlns:r="http://schemas.openxmlformats.org/officeDocument/2006/relationships" r:id="R6e9d76e308aa4daf"/>
  </p:notesMasterIdLst>
  <p:sldIdLst>
    <p:sldId xmlns:r="http://schemas.openxmlformats.org/officeDocument/2006/relationships" id="256" r:id="Rfb871a75053f451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a5a6e97094977" /><Relationship Type="http://schemas.openxmlformats.org/officeDocument/2006/relationships/theme" Target="/ppt/theme/theme1.xml" Id="R769a930f64354251" /><Relationship Type="http://schemas.openxmlformats.org/officeDocument/2006/relationships/notesMaster" Target="/ppt/notesMasters/notesMaster1.xml" Id="R6e9d76e308aa4daf" /><Relationship Type="http://schemas.openxmlformats.org/officeDocument/2006/relationships/presProps" Target="/ppt/presProps.xml" Id="R4630f9b2ce3348f2" /><Relationship Type="http://schemas.openxmlformats.org/officeDocument/2006/relationships/viewProps" Target="/ppt/viewProps.xml" Id="R664212700aee406b" /><Relationship Type="http://schemas.openxmlformats.org/officeDocument/2006/relationships/tableStyles" Target="/ppt/tableStyles.xml" Id="R9d36886a01f04f8a" /><Relationship Type="http://schemas.openxmlformats.org/officeDocument/2006/relationships/slide" Target="/ppt/slides/slide1.xml" Id="Rfb871a75053f45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8fd16ee6e84e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97a00f1924a88" /><Relationship Type="http://schemas.openxmlformats.org/officeDocument/2006/relationships/notesMaster" Target="/ppt/notesMasters/notesMaster1.xml" Id="Rb189cc117c9e44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 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ffe804e9b448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cdd51a2893246e3" /><Relationship Type="http://schemas.openxmlformats.org/officeDocument/2006/relationships/slideLayout" Target="/ppt/slideLayouts/slideLayout2.xml" Id="R07414f24e7b549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414f24e7b549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7b91c851a14f2b" /><Relationship Type="http://schemas.openxmlformats.org/officeDocument/2006/relationships/notesSlide" Target="/ppt/notesSlides/notesSlide1.xml" Id="R7cfb008cf2d249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F39B880-DB9B-45C3-8523-BB52687A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B3E89-E5C3-4FA1-B918-56803AF7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11D"/>
                </a:solidFill>
              </a:defRPr>
            </a:pPr>
            <a:r>
              <a:rPr sz="4500" b="1">
                <a:solidFill>
                  <a:srgbClr val="17211D"/>
                </a:solidFill>
              </a:rPr>
              <a:t>Test fill</a:t>
            </a:r>
          </a:p>
        </p:txBody>
      </p:sp>
    </p:spTree>
    <p:extLst>
      <p:ext uri="{BB962C8B-B14F-4D97-AF65-F5344CB8AC3E}">
        <p14:creationId xmlns:p14="http://schemas.microsoft.com/office/powerpoint/2010/main" val="27693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2026-04-28T18:55:39.4500000Z</dcterms:created>
  <dcterms:modified xsi:type="dcterms:W3CDTF">2026-04-28T18:55:39.4500000Z</dcterms:modified>
</coreProperties>
</file>